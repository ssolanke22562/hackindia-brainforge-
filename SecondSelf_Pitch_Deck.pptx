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984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037576" y="832104"/>
            <a:ext cx="1682496" cy="850392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20072" y="832104"/>
            <a:ext cx="1261872" cy="141732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37576" y="1682496"/>
            <a:ext cx="630936" cy="1984248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68512" y="3666744"/>
            <a:ext cx="1682496" cy="566928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351008" y="2249424"/>
            <a:ext cx="630936" cy="1984248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7827264" y="3666744"/>
            <a:ext cx="841248" cy="1700784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51008" y="4233672"/>
            <a:ext cx="1051560" cy="1133856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27264" y="5367528"/>
            <a:ext cx="1682496" cy="283464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509760" y="4233672"/>
            <a:ext cx="841248" cy="141732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8668512" y="832104"/>
            <a:ext cx="1051560" cy="283464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1600200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9669780" y="781812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931652" y="2199132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86216" y="3584448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00716" y="4183380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352276" y="5317236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744968" y="5285232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Shape 17"/>
          <p:cNvSpPr/>
          <p:nvPr/>
        </p:nvSpPr>
        <p:spPr>
          <a:xfrm>
            <a:off x="9459468" y="5600700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SECONDSELF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233172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AI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Brain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notes become a self-organizing, queryable, visual second brain — one that answers from your own knowledge and remembers every conversation.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3200400" cy="384048"/>
          </a:xfrm>
          <a:prstGeom prst="rect">
            <a:avLst/>
          </a:prstGeom>
          <a:solidFill>
            <a:srgbClr val="18213A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2578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 HACKATHON · PRD v3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is easy. Retrieval is broken.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114300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372868"/>
            <a:ext cx="694944" cy="694944"/>
          </a:xfrm>
          <a:prstGeom prst="ellipse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icons/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5374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31343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notes app fails the same way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148840" y="271576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is frictionless — retrieval is not.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520440"/>
            <a:ext cx="10515600" cy="114300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3744468"/>
            <a:ext cx="694944" cy="694944"/>
          </a:xfrm>
          <a:prstGeom prst="ellipse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1" name="Image 1" descr="icons/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39090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368503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pile up, unconnected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2148840" y="408736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screenshots, voice memos, spreadsheets, links.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892040"/>
            <a:ext cx="10515600" cy="114300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97280" y="5116068"/>
            <a:ext cx="694944" cy="694944"/>
          </a:xfrm>
          <a:prstGeom prst="ellipse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6" name="Image 2" descr="icons/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5280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8840" y="505663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in, knowledge never out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2148840" y="545896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grows. Understanding doesn't compound.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INSIGHT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isn't capture.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1371600"/>
          </a:xfrm>
          <a:prstGeom prst="rect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</a:t>
            </a:r>
            <a:r>
              <a:rPr lang="en-US" sz="2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r>
              <a:rPr lang="en-US" sz="27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2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linking</a:t>
            </a:r>
            <a:r>
              <a:rPr lang="en-US" sz="27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2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r>
              <a:rPr lang="en-US" sz="27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80160" y="36118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capture becomes the same internal record, AI can classify, embed, link, graph, and answer from it — across every format.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888236" y="4892040"/>
            <a:ext cx="2286000" cy="8686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88236" y="4892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3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/ PDF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3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/ Audio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74236" y="48920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997196" y="4892040"/>
            <a:ext cx="1828800" cy="8686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7196" y="48920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Unified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25996" y="48920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48956" y="4892040"/>
            <a:ext cx="2651760" cy="8686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8956" y="4892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3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· Link ·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3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· Answer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capabilities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22320" cy="187452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066544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icons/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19456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59480" y="20299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78992" y="274320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anything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78992" y="3108960"/>
            <a:ext cx="281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Note, link, PDF, DOCX, image, audio, CSV/XLSX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419600" y="1828800"/>
            <a:ext cx="3322320" cy="187452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75632" y="2066544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2" name="Image 1" descr="icons/normali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648" y="219456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56120" y="20299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75632" y="274320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every capture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75632" y="3108960"/>
            <a:ext cx="281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+ text + metadata + UUID, one internal record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8016240" y="1828800"/>
            <a:ext cx="3322320" cy="187452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2272" y="2066544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8" name="Image 2" descr="icons/class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288" y="219456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652760" y="20299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272272" y="274320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Auto-classify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272272" y="3108960"/>
            <a:ext cx="281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method + tags + summary + confidence score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822960" y="3977640"/>
            <a:ext cx="3322320" cy="187452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78992" y="4215384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4" name="Image 3" descr="icons/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" y="4343400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459480" y="41788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078992" y="489204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Auto-link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1078992" y="5257800"/>
            <a:ext cx="281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cosine similarity across formats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4419600" y="3977640"/>
            <a:ext cx="3322320" cy="187452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675632" y="4215384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0" name="Image 4" descr="icons/visualiz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3648" y="4343400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56120" y="41788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675632" y="489204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675632" y="5257800"/>
            <a:ext cx="281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force-directed knowledge graph</a:t>
            </a:r>
            <a:endParaRPr lang="en-US" sz="1080" dirty="0"/>
          </a:p>
        </p:txBody>
      </p:sp>
      <p:sp>
        <p:nvSpPr>
          <p:cNvPr id="34" name="Shape 27"/>
          <p:cNvSpPr/>
          <p:nvPr/>
        </p:nvSpPr>
        <p:spPr>
          <a:xfrm>
            <a:off x="8016240" y="3977640"/>
            <a:ext cx="3322320" cy="187452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272272" y="4215384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6" name="Image 5" descr="icons/as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0288" y="4343400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652760" y="41788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8272272" y="4892040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+ remember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8272272" y="5257800"/>
            <a:ext cx="281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 with citations, persisted sessions</a:t>
            </a:r>
            <a:endParaRPr lang="en-US" sz="1080" dirty="0"/>
          </a:p>
        </p:txBody>
      </p:sp>
      <p:sp>
        <p:nvSpPr>
          <p:cNvPr id="40" name="Text 32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DEPTH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20370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624328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ingestion across 6+ formats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0780" y="2057400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9380" y="220370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69380" y="2624328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Cross-format semantic linking into one embedding space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547872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694176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4114800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Long-document retrieval — chunking, overlap, citation mapping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3547872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9380" y="3694176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69380" y="4114800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faithfulness: answers must cite, not hallucinate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038344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18464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5605272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conversational memory across sessions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0780" y="5038344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9380" y="518464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69380" y="5605272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graph UX at scale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one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965960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965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90088" y="1508760"/>
            <a:ext cx="8348472" cy="786384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72968" y="1508760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    ·    vis-network · Cytoscape.js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1965960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23160"/>
            <a:ext cx="1965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— FastAPI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90088" y="2423160"/>
            <a:ext cx="8348472" cy="786384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2423160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/capture    ·    /classify    ·    /link    ·    /graph    ·    /ask    ·    /history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337560"/>
            <a:ext cx="1965960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37560"/>
            <a:ext cx="1965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90088" y="3337560"/>
            <a:ext cx="8348472" cy="786384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3337560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    ·    docx    ·    image_ocr    ·    audio_transcribe    ·    csv    ·    link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251960"/>
            <a:ext cx="1965960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51960"/>
            <a:ext cx="1965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90088" y="4251960"/>
            <a:ext cx="8348472" cy="786384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72968" y="4251960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    ·    Wiki (classified notes)    ·    SQLite    ·    Vector Index — FAISS/Chroma + FTS5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5166360"/>
            <a:ext cx="1965960" cy="7863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166360"/>
            <a:ext cx="1965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LAYER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90088" y="5166360"/>
            <a:ext cx="8348472" cy="786384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72968" y="5166360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Llama 3 (fallback Gemini/OpenAI)    ·    sentence-transformers    ·    Tesseract / PaddleOCR    ·    faster-whisper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/ ML PIPELINE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capture to a cited 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1847088" cy="228600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9032" y="2761488"/>
            <a:ext cx="694944" cy="694944"/>
          </a:xfrm>
          <a:prstGeom prst="ellipse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icons/ex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2926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61188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every format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32688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 rot="5400000">
            <a:off x="2569464" y="3529584"/>
            <a:ext cx="164592" cy="164592"/>
          </a:xfrm>
          <a:prstGeom prst="triangle">
            <a:avLst/>
          </a:prstGeom>
          <a:solidFill>
            <a:srgbClr val="22D3EE"/>
          </a:solidFill>
          <a:ln/>
        </p:spPr>
      </p:sp>
      <p:sp>
        <p:nvSpPr>
          <p:cNvPr id="11" name="Shape 8"/>
          <p:cNvSpPr/>
          <p:nvPr/>
        </p:nvSpPr>
        <p:spPr>
          <a:xfrm>
            <a:off x="2670048" y="2468880"/>
            <a:ext cx="1847088" cy="228600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2761488"/>
            <a:ext cx="694944" cy="694944"/>
          </a:xfrm>
          <a:prstGeom prst="ellipse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3" name="Image 1" descr="icons/classif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9260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61488" y="361188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761488" y="42062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+ confidence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779776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 rot="5400000">
            <a:off x="4416552" y="3529584"/>
            <a:ext cx="164592" cy="164592"/>
          </a:xfrm>
          <a:prstGeom prst="triangle">
            <a:avLst/>
          </a:prstGeom>
          <a:solidFill>
            <a:srgbClr val="22D3EE"/>
          </a:solidFill>
          <a:ln/>
        </p:spPr>
      </p:sp>
      <p:sp>
        <p:nvSpPr>
          <p:cNvPr id="18" name="Shape 14"/>
          <p:cNvSpPr/>
          <p:nvPr/>
        </p:nvSpPr>
        <p:spPr>
          <a:xfrm>
            <a:off x="4517136" y="2468880"/>
            <a:ext cx="1847088" cy="228600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93208" y="2761488"/>
            <a:ext cx="694944" cy="694944"/>
          </a:xfrm>
          <a:prstGeom prst="ellipse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20" name="Image 2" descr="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9260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08576" y="361188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Auto-linking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608576" y="42062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626864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 rot="5400000">
            <a:off x="6263640" y="3529584"/>
            <a:ext cx="164592" cy="164592"/>
          </a:xfrm>
          <a:prstGeom prst="triangle">
            <a:avLst/>
          </a:prstGeom>
          <a:solidFill>
            <a:srgbClr val="22D3EE"/>
          </a:solidFill>
          <a:ln/>
        </p:spPr>
      </p:sp>
      <p:sp>
        <p:nvSpPr>
          <p:cNvPr id="25" name="Shape 20"/>
          <p:cNvSpPr/>
          <p:nvPr/>
        </p:nvSpPr>
        <p:spPr>
          <a:xfrm>
            <a:off x="6364224" y="2468880"/>
            <a:ext cx="1847088" cy="228600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940296" y="2761488"/>
            <a:ext cx="694944" cy="694944"/>
          </a:xfrm>
          <a:prstGeom prst="ellipse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27" name="Image 3" descr="icons/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292608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55664" y="361188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455664" y="42062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grounded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473952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 rot="5400000">
            <a:off x="8110728" y="3529584"/>
            <a:ext cx="164592" cy="164592"/>
          </a:xfrm>
          <a:prstGeom prst="triangle">
            <a:avLst/>
          </a:prstGeom>
          <a:solidFill>
            <a:srgbClr val="22D3EE"/>
          </a:solidFill>
          <a:ln/>
        </p:spPr>
      </p:sp>
      <p:sp>
        <p:nvSpPr>
          <p:cNvPr id="32" name="Shape 26"/>
          <p:cNvSpPr/>
          <p:nvPr/>
        </p:nvSpPr>
        <p:spPr>
          <a:xfrm>
            <a:off x="8211312" y="2468880"/>
            <a:ext cx="1847088" cy="228600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787384" y="2761488"/>
            <a:ext cx="694944" cy="694944"/>
          </a:xfrm>
          <a:prstGeom prst="ellipse">
            <a:avLst/>
          </a:prstGeom>
          <a:solidFill>
            <a:srgbClr val="18213A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34" name="Image 4" descr="icons/histo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1976" y="2926080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302752" y="361188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8302752" y="42062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sessions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8321040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downstream stage consumes the same normalized record — no format-specific branching after ingestion.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BREAKDOWN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ships, and how it's proven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743200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66160" y="1783080"/>
            <a:ext cx="3566160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783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Must-Have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0" y="1783080"/>
            <a:ext cx="4206240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Proof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240280"/>
            <a:ext cx="274320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402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capture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2240280"/>
            <a:ext cx="356616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2402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formats: note, PDF, DOCX, image, audio, CSV/XLSX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7132320" y="2240280"/>
            <a:ext cx="420624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2240280"/>
            <a:ext cx="420624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Format-specific parsers behind one /capture API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822960" y="2953512"/>
            <a:ext cx="274320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953512"/>
            <a:ext cx="274320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Auto-classification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2953512"/>
            <a:ext cx="356616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953512"/>
            <a:ext cx="356616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tags + summary + confidence score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7132320" y="2953512"/>
            <a:ext cx="420624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2953512"/>
            <a:ext cx="420624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classification, confidence threshold flagging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822960" y="3666744"/>
            <a:ext cx="274320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666744"/>
            <a:ext cx="274320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auto-linking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66160" y="3666744"/>
            <a:ext cx="356616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6667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Cross-format links, not just same-type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7132320" y="3666744"/>
            <a:ext cx="420624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3666744"/>
            <a:ext cx="420624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 embeddings + cosine similarity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822960" y="4379976"/>
            <a:ext cx="274320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379976"/>
            <a:ext cx="274320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66160" y="4379976"/>
            <a:ext cx="356616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4379976"/>
            <a:ext cx="356616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force-directed, interactive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7132320" y="4379976"/>
            <a:ext cx="420624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4379976"/>
            <a:ext cx="420624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vis-network/Cytoscape.js real-time rendering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822960" y="5093208"/>
            <a:ext cx="274320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0932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 + citations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66160" y="5093208"/>
            <a:ext cx="356616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5093208"/>
            <a:ext cx="356616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answers, no hallucination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7132320" y="5093208"/>
            <a:ext cx="4206240" cy="713232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5093208"/>
            <a:ext cx="420624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citation mapping, LLM-as-judge scoring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822960" y="5806440"/>
            <a:ext cx="274320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806440"/>
            <a:ext cx="274320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566160" y="5806440"/>
            <a:ext cx="356616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0" y="58064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resume where they left off</a:t>
            </a:r>
            <a:endParaRPr lang="en-US" sz="1060" dirty="0"/>
          </a:p>
        </p:txBody>
      </p:sp>
      <p:sp>
        <p:nvSpPr>
          <p:cNvPr id="44" name="Shape 42"/>
          <p:cNvSpPr/>
          <p:nvPr/>
        </p:nvSpPr>
        <p:spPr>
          <a:xfrm>
            <a:off x="7132320" y="5806440"/>
            <a:ext cx="420624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0" y="5806440"/>
            <a:ext cx="4206240" cy="713232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SQLite-backed history + context re-injection</a:t>
            </a:r>
            <a:endParaRPr lang="en-US" sz="1060" dirty="0"/>
          </a:p>
        </p:txBody>
      </p:sp>
      <p:sp>
        <p:nvSpPr>
          <p:cNvPr id="46" name="Text 44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weeks, four badges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423160" cy="3520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2423160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231343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Archivist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2862072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capture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87552" y="3749040"/>
            <a:ext cx="2093976" cy="0"/>
          </a:xfrm>
          <a:prstGeom prst="line">
            <a:avLst/>
          </a:prstGeom>
          <a:noFill/>
          <a:ln w="12700">
            <a:solidFill>
              <a:srgbClr val="243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867912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87552" y="4142232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i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formats ingest → unified record + UUID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3520440" y="1783080"/>
            <a:ext cx="2423160" cy="3520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783080"/>
            <a:ext cx="2423160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783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85032" y="231343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Librarian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85032" y="2862072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classification + embeddings + auto-linking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85032" y="3749040"/>
            <a:ext cx="2093976" cy="0"/>
          </a:xfrm>
          <a:prstGeom prst="line">
            <a:avLst/>
          </a:prstGeom>
          <a:noFill/>
          <a:ln w="12700">
            <a:solidFill>
              <a:srgbClr val="2430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5032" y="3867912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85032" y="4142232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i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shown; auto-links pass similarity threshold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217920" y="1783080"/>
            <a:ext cx="2423160" cy="3520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783080"/>
            <a:ext cx="2423160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783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82512" y="231343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Cartographer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82512" y="2862072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knowledge graph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82512" y="3749040"/>
            <a:ext cx="2093976" cy="0"/>
          </a:xfrm>
          <a:prstGeom prst="line">
            <a:avLst/>
          </a:prstGeom>
          <a:noFill/>
          <a:ln w="12700">
            <a:solidFill>
              <a:srgbClr val="243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3867912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82512" y="4142232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i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node graph renders live; click-to-navigate works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915400" y="1783080"/>
            <a:ext cx="2423160" cy="3520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15400" y="1783080"/>
            <a:ext cx="2423160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8915400" y="1783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79992" y="231343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Oracle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79992" y="2862072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 + chat history + deployment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79992" y="3749040"/>
            <a:ext cx="2093976" cy="0"/>
          </a:xfrm>
          <a:prstGeom prst="line">
            <a:avLst/>
          </a:prstGeom>
          <a:noFill/>
          <a:ln w="12700">
            <a:solidFill>
              <a:srgbClr val="2430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79992" y="3867912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79992" y="4142232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i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answers; sessions persist; public URL is live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 PLAN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measurable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436876" cy="15544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49424"/>
            <a:ext cx="3840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56816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accuracy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340864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95%+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852928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per-format parsing correctness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15868" y="1828800"/>
            <a:ext cx="2436876" cy="15544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98748" y="2249424"/>
            <a:ext cx="3840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8748" y="1956816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F1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98748" y="2340864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taxonomy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98748" y="2852928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08776" y="1828800"/>
            <a:ext cx="2436876" cy="15544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1656" y="2249424"/>
            <a:ext cx="3840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1956816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Recall@5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91656" y="2340864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MRR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91656" y="2852928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quality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901684" y="1828800"/>
            <a:ext cx="2436876" cy="15544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84564" y="2249424"/>
            <a:ext cx="3840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4564" y="1956816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faithfulness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84564" y="2340864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LLM-as-judge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84564" y="2852928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vs. hallucinated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" y="3639312"/>
            <a:ext cx="2436876" cy="15544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4059936"/>
            <a:ext cx="3840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767328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4151376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source-matched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5840" y="4663440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traceable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15868" y="3639312"/>
            <a:ext cx="2436876" cy="15544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98748" y="4059936"/>
            <a:ext cx="3840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98748" y="3767328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cost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98748" y="4151376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p95 &lt; 8s · &lt;$0.01/query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698748" y="4663440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production-viable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08776" y="3639312"/>
            <a:ext cx="2436876" cy="15544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91656" y="4059936"/>
            <a:ext cx="38404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3767328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performance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91656" y="4151376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60fps @ 200+ nodes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91656" y="4663440"/>
            <a:ext cx="2071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layout render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demo script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417320" cy="585216"/>
          </a:xfrm>
          <a:prstGeom prst="rect">
            <a:avLst/>
          </a:prstGeom>
          <a:solidFill>
            <a:srgbClr val="22D3E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0:00–0:30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23160" y="1783080"/>
            <a:ext cx="8915400" cy="585216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17830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200 scattered notes. Watch."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496312"/>
            <a:ext cx="1417320" cy="585216"/>
          </a:xfrm>
          <a:prstGeom prst="rect">
            <a:avLst/>
          </a:prstGeom>
          <a:solidFill>
            <a:srgbClr val="18213A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96312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0:30–1:00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2496312"/>
            <a:ext cx="8915400" cy="585216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49631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in a PDF, a voice memo, a link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209544"/>
            <a:ext cx="1417320" cy="585216"/>
          </a:xfrm>
          <a:prstGeom prst="rect">
            <a:avLst/>
          </a:prstGeom>
          <a:solidFill>
            <a:srgbClr val="18213A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09544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1:00–1:30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3160" y="3209544"/>
            <a:ext cx="8915400" cy="585216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3209544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live knowledge graph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922776"/>
            <a:ext cx="1417320" cy="585216"/>
          </a:xfrm>
          <a:prstGeom prst="rect">
            <a:avLst/>
          </a:prstGeom>
          <a:solidFill>
            <a:srgbClr val="18213A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22776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1:30–2:15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23160" y="3922776"/>
            <a:ext cx="8915400" cy="585216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39227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cross-modal question — get a cited answer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4636008"/>
            <a:ext cx="1417320" cy="585216"/>
          </a:xfrm>
          <a:prstGeom prst="rect">
            <a:avLst/>
          </a:prstGeom>
          <a:solidFill>
            <a:srgbClr val="18213A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36008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2:15–2:45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23160" y="4636008"/>
            <a:ext cx="8915400" cy="585216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4636008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a past session and continue 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5349240"/>
            <a:ext cx="1417320" cy="585216"/>
          </a:xfrm>
          <a:prstGeom prst="rect">
            <a:avLst/>
          </a:prstGeom>
          <a:solidFill>
            <a:srgbClr val="22D3E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349240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2:45–3:00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23160" y="5349240"/>
            <a:ext cx="8915400" cy="585216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534924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public URL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RISKS &amp; MITIGATIONS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 — and the fix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840480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874520"/>
            <a:ext cx="6675120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8745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3840480" cy="914400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3175" rIns="3175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rate limits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331720"/>
            <a:ext cx="6675120" cy="914400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3317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3175" rIns="3175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fallback (Groq → Gemini/OpenAI)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3840480" cy="914400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46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3175" rIns="3175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failure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246120"/>
            <a:ext cx="6675120" cy="914400"/>
          </a:xfrm>
          <a:prstGeom prst="rect">
            <a:avLst/>
          </a:prstGeom>
          <a:solidFill>
            <a:srgbClr val="18213A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461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3175" rIns="3175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fallback + confidence flag on low-quality extracts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3840480" cy="914400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60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3175" rIns="3175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exposure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4160520"/>
            <a:ext cx="6675120" cy="914400"/>
          </a:xfrm>
          <a:prstGeom prst="rect">
            <a:avLst/>
          </a:prstGeom>
          <a:solidFill>
            <a:srgbClr val="121A2E"/>
          </a:solidFill>
          <a:ln w="9525">
            <a:solidFill>
              <a:srgbClr val="243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41605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3175" rIns="3175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storage, no training on user data, redacted logs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SCOPE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hackathon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20370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624328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for on-the-go capture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0780" y="2057400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9380" y="220370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69380" y="2624328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email &amp; calendar auto-capture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547872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694176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4114800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permissioned graphs for teams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3547872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9380" y="3694176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69380" y="4114800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model fine-tuned on your notes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038344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18464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5605272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resurfacing of related notes as you write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0780" y="5038344"/>
            <a:ext cx="5097780" cy="123444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0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9380" y="518464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69380" y="5605272"/>
            <a:ext cx="4640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 &amp; plugin ecosystem (Notion, Slack, Readwise)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-45720" y="-502920"/>
            <a:ext cx="1828800" cy="6858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83080" y="-502920"/>
            <a:ext cx="1371600" cy="11430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182880"/>
            <a:ext cx="685800" cy="16002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1828800" cy="4572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468880" y="640080"/>
            <a:ext cx="685800" cy="16002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-274320" y="1783080"/>
            <a:ext cx="914400" cy="13716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2240280"/>
            <a:ext cx="1143000" cy="9144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74320" y="3154680"/>
            <a:ext cx="1828800" cy="2286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554480" y="2240280"/>
            <a:ext cx="914400" cy="11430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640080" y="-502920"/>
            <a:ext cx="1143000" cy="228600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28016" y="10058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732788" y="-553212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104388" y="589788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" y="170078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18588" y="2189988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561588" y="3104388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-356616" y="307238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Shape 17"/>
          <p:cNvSpPr/>
          <p:nvPr/>
        </p:nvSpPr>
        <p:spPr>
          <a:xfrm>
            <a:off x="1504188" y="3332988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flipV="1">
            <a:off x="9189720" y="3410712"/>
            <a:ext cx="1828800" cy="630936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018520" y="3410712"/>
            <a:ext cx="1371600" cy="105156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4041648"/>
            <a:ext cx="685800" cy="1472184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5513832"/>
            <a:ext cx="1828800" cy="420624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1704320" y="4462272"/>
            <a:ext cx="685800" cy="1472184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8961120" y="5513832"/>
            <a:ext cx="914400" cy="1261872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04320" y="5934456"/>
            <a:ext cx="1143000" cy="841248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61120" y="6775704"/>
            <a:ext cx="1828800" cy="210312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789920" y="5934456"/>
            <a:ext cx="914400" cy="105156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9875520" y="3410712"/>
            <a:ext cx="1143000" cy="2103120"/>
          </a:xfrm>
          <a:prstGeom prst="line">
            <a:avLst/>
          </a:prstGeom>
          <a:noFill/>
          <a:ln w="12700">
            <a:solidFill>
              <a:srgbClr val="0E7490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07424" y="3959352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68228" y="3360420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339828" y="4411980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793224" y="5431536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1654028" y="5884164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2797028" y="6725412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878824" y="6693408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0739628" y="6935724"/>
            <a:ext cx="100584" cy="100584"/>
          </a:xfrm>
          <a:prstGeom prst="ellipse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88720" y="1371600"/>
            <a:ext cx="9784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00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SecondSelf is a multi-modal personal RAG system that ingests any file type, auto-organizes it with LLMs, links it with embeddings, renders it as a live knowledge graph, and answers questions with citations — while remembering every conversation.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4480560" y="4114800"/>
            <a:ext cx="3200400" cy="0"/>
          </a:xfrm>
          <a:prstGeom prst="line">
            <a:avLst/>
          </a:prstGeom>
          <a:noFill/>
          <a:ln w="12700">
            <a:solidFill>
              <a:srgbClr val="2430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4348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DELIVERABLES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74036" y="4892040"/>
            <a:ext cx="2432304" cy="502920"/>
          </a:xfrm>
          <a:prstGeom prst="rect">
            <a:avLst/>
          </a:prstGeom>
          <a:solidFill>
            <a:srgbClr val="18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74036" y="489204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372100" y="4892040"/>
            <a:ext cx="1335024" cy="502920"/>
          </a:xfrm>
          <a:prstGeom prst="rect">
            <a:avLst/>
          </a:prstGeom>
          <a:solidFill>
            <a:srgbClr val="18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2100" y="489204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072884" y="4892040"/>
            <a:ext cx="2542032" cy="502920"/>
          </a:xfrm>
          <a:prstGeom prst="rect">
            <a:avLst/>
          </a:prstGeom>
          <a:solidFill>
            <a:srgbClr val="1821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72884" y="489204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badges earned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936</Words>
  <Application>Microsoft Office PowerPoint</Application>
  <PresentationFormat>Widescreen</PresentationFormat>
  <Paragraphs>233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Sarthak Solanke Laptop</cp:lastModifiedBy>
  <cp:revision>2</cp:revision>
  <cp:lastPrinted>2026-09-18T08:25:12Z</cp:lastPrinted>
  <dcterms:created xsi:type="dcterms:W3CDTF">2026-09-18T07:46:39Z</dcterms:created>
  <dcterms:modified xsi:type="dcterms:W3CDTF">2026-09-19T06:52:46Z</dcterms:modified>
</cp:coreProperties>
</file>