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98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037576" y="832104"/>
            <a:ext cx="1682496" cy="85039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20072" y="832104"/>
            <a:ext cx="1261872" cy="14173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37576" y="1682496"/>
            <a:ext cx="630936" cy="1984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8512" y="3666744"/>
            <a:ext cx="1682496" cy="56692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351008" y="2249424"/>
            <a:ext cx="630936" cy="1984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827264" y="3666744"/>
            <a:ext cx="841248" cy="17007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1008" y="4233672"/>
            <a:ext cx="1051560" cy="1133856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7264" y="5367528"/>
            <a:ext cx="1682496" cy="28346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509760" y="4233672"/>
            <a:ext cx="841248" cy="14173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668512" y="832104"/>
            <a:ext cx="1051560" cy="283464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60020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9780" y="7818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31652" y="219913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86216" y="3584448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00716" y="418338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352276" y="5317236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44968" y="528523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459468" y="560070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SECONDSELF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23317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Brain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 become a self-organizing, queryable, visual second brain — one that answers from your own knowledge and remembers every conversation.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3200400" cy="384048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57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 HACKATHON · PRD v3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easy. Retrieval is broken.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28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icons/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5374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3134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notes app fails the same way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148840" y="27157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frictionless — retrieval is not.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5204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7444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1" name="Image 1" descr="icons/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39090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6850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pile up, unconnected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2148840" y="40873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screenshots, voice memos, spreadsheets, links.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51160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6" name="Image 2" descr="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5280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50566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in, knowledge never out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148840" y="5458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grows. Understanding doesn't compound.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capture.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linking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capture becomes the same internal record, AI can classify, embed, link, graph, and answer from it — across every format.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888236" y="4892040"/>
            <a:ext cx="2286000" cy="8686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8236" y="4892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/ PDF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/ Audio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74236" y="4892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97196" y="4892040"/>
            <a:ext cx="1828800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7196" y="48920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25996" y="4892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48956" y="4892040"/>
            <a:ext cx="2651760" cy="8686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8956" y="4892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· Link 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· Answer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icons/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1945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5948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anything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7899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link, PDF, DOCX, image, audio, CSV/XLSX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1960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563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icons/normal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21945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612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7563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every capture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7563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text + metadata + UUID, one internal record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1624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227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8" name="Image 2" descr="icons/class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88" y="21945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5276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7227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227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method + tags + summary + confidence score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82296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7899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4" name="Image 3" descr="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34340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5948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7899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07899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cosine similarity across formats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41960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7563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0" name="Image 4" descr="icons/visuali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648" y="43434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5612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67563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7563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force-directed knowledge graph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01624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7227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6" name="Image 5" descr="icons/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288" y="4343400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5276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27227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+ remember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27227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with citations, persisted sessions</a:t>
            </a:r>
            <a:endParaRPr lang="en-US" sz="1080" dirty="0"/>
          </a:p>
        </p:txBody>
      </p:sp>
      <p:sp>
        <p:nvSpPr>
          <p:cNvPr id="40" name="Text 3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DEPTH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 across 6+ formats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938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6938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Cross-format semantic linking into one embedding space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retrieval — chunking, overlap, citation mapping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938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938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faithfulness: answers must cite, not hallucinate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conversational memory across sessions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938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6938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graph UX at scale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90088" y="15087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5087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   ·    vis-network · Cytoscape.js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— 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4231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4231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/capture    ·    /classify    ·    /link    ·    /graph    ·    /ask    ·    /history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375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0088" y="33375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33375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   ·    docx    ·    image_ocr    ·    audio_transcribe    ·    csv    ·    link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90088" y="42519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42519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   ·    Wiki (classified notes)    ·    SQLite    ·    Vector Index — FAISS/Chroma + FTS5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663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90088" y="51663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51663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3 (fallback Gemini/OpenAI)    ·    sentence-transformers    ·    Tesseract / PaddleOCR    ·    faster-whisper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ML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capture to a cited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icons/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every format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2569464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11" name="Shape 8"/>
          <p:cNvSpPr/>
          <p:nvPr/>
        </p:nvSpPr>
        <p:spPr>
          <a:xfrm>
            <a:off x="2670048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3" name="Image 1" descr="icons/class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926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1488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761488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+ confidence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79776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rot="5400000">
            <a:off x="4416552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18" name="Shape 14"/>
          <p:cNvSpPr/>
          <p:nvPr/>
        </p:nvSpPr>
        <p:spPr>
          <a:xfrm>
            <a:off x="4517136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93208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0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9260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08576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608576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626864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5400000">
            <a:off x="6263640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25" name="Shape 20"/>
          <p:cNvSpPr/>
          <p:nvPr/>
        </p:nvSpPr>
        <p:spPr>
          <a:xfrm>
            <a:off x="6364224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40296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7" name="Image 3" descr="icons/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292608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55664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55664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grounded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73952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 rot="5400000">
            <a:off x="8110728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32" name="Shape 26"/>
          <p:cNvSpPr/>
          <p:nvPr/>
        </p:nvSpPr>
        <p:spPr>
          <a:xfrm>
            <a:off x="8211312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787384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4" name="Image 4" descr="icons/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1976" y="292608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302752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302752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sessions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32104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stage consumes the same normalized record — no format-specific branching after ingestion.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BREAKDOWN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ships, and how it's proven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74320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356616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Must-Have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Proof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402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capture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240280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2402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formats: note, PDF, DOCX, image, audio, CSV/XLSX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132320" y="2240280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2402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Format-specific parsers behind one /capture API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22960" y="2953512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535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953512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53512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tags + summary + confidence score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132320" y="2953512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9535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classification, confidence threshold flagging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22960" y="3666744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667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auto-linking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666744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6667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Cross-format links, not just same-type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132320" y="3666744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6667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+ cosine similarity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22960" y="4379976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799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4379976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379976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force-directed, interactive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7132320" y="4379976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43799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vis-network/Cytoscape.js real-time rendering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822960" y="5093208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0932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citations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5093208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50932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no hallucination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7132320" y="5093208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50932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citation mapping, LLM-as-judge scoring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22960" y="5806440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806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66160" y="5806440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58064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resume where they left off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7132320" y="5806440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58064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 history + context re-injection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four badges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capture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8755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formats ingest → unified record + UUID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8503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classification + embeddings + auto-linking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8503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8503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shown; auto-links pass similarity threshold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Cartographer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knowledge graph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251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node graph renders live; click-to-navigate works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91540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891540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7999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7999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chat history + deployment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7999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7999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answers; sessions persist; public URL is live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measurable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95%+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parsing correctness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15868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8748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8748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98748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taxonomy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8748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Recall@5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1656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MRR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91656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quality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01684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4564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4564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84564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LLM-as-judge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84564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vs. hallucinated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source-matched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15868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8748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8748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98748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&lt; 8s · &lt;$0.01/query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98748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production-viable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8776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1656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performance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60fps @ 200+ nodes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91656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layout render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demo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783080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7830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200 scattered notes. Watch."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96312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96312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0:30–1:00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496312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49631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a PDF, a voice memo, a link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09544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1:00–1:30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3209544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209544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live knowledge graph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922776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22776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1:30–2:15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3922776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9227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cross-modal question — get a cited answer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636008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36008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4636008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636008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past session and continue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349240"/>
            <a:ext cx="1417320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34924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5349240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534924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public URL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&amp; MITIGATIONS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— and the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84048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874520"/>
            <a:ext cx="667512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874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84048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rate limits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667512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fallback (Groq → Gemini/OpenAI)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3840480" cy="914400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6675120" cy="914400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461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fallback + confidence flag on low-quality extracts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384048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4160520"/>
            <a:ext cx="667512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605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storage, no training on user data, redacted logs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-45720" y="-502920"/>
            <a:ext cx="1828800" cy="6858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-502920"/>
            <a:ext cx="1371600" cy="1143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182880"/>
            <a:ext cx="685800" cy="1600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828800" cy="457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468880" y="640080"/>
            <a:ext cx="685800" cy="1600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-274320" y="1783080"/>
            <a:ext cx="914400" cy="13716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240280"/>
            <a:ext cx="1143000" cy="9144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74320" y="3154680"/>
            <a:ext cx="1828800" cy="2286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54480" y="2240280"/>
            <a:ext cx="914400" cy="1143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40080" y="-502920"/>
            <a:ext cx="1143000" cy="2286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28016" y="1005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2788" y="-5532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104388" y="5897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" y="17007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18588" y="21899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61588" y="31043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-356616" y="30723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504188" y="33329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9189720" y="3410712"/>
            <a:ext cx="1828800" cy="630936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18520" y="3410712"/>
            <a:ext cx="1371600" cy="105156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4041648"/>
            <a:ext cx="685800" cy="14721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5513832"/>
            <a:ext cx="1828800" cy="42062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704320" y="4462272"/>
            <a:ext cx="685800" cy="14721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961120" y="5513832"/>
            <a:ext cx="914400" cy="126187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04320" y="5934456"/>
            <a:ext cx="1143000" cy="841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6775704"/>
            <a:ext cx="1828800" cy="21031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789920" y="5934456"/>
            <a:ext cx="914400" cy="105156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9875520" y="3410712"/>
            <a:ext cx="1143000" cy="21031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07424" y="395935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68228" y="336042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339828" y="441198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93224" y="5431536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54028" y="5884164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797028" y="67254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78824" y="6693408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39628" y="6935724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88720" y="1371600"/>
            <a:ext cx="9784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SecondSelf is a multi-modal personal RAG system that ingests any file type, auto-organizes it with LLMs, links it with embeddings, renders it as a live knowledge graph, and answers questions with citations — while remembering every conversation.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4480560" y="4114800"/>
            <a:ext cx="3200400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DELIVERABLES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74036" y="4892040"/>
            <a:ext cx="2432304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4036" y="489204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72100" y="4892040"/>
            <a:ext cx="1335024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2100" y="48920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72884" y="4892040"/>
            <a:ext cx="2542032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2884" y="48920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badges earned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880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Vaishnavi Sonwane</cp:lastModifiedBy>
  <cp:revision>2</cp:revision>
  <cp:lastPrinted>2026-09-18T08:25:12Z</cp:lastPrinted>
  <dcterms:created xsi:type="dcterms:W3CDTF">2026-09-18T07:46:39Z</dcterms:created>
  <dcterms:modified xsi:type="dcterms:W3CDTF">2026-09-18T08:58:04Z</dcterms:modified>
</cp:coreProperties>
</file>